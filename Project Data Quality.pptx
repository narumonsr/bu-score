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B1CC6-A5E9-09E6-574F-20D23B3F98C8}" v="2" dt="2026-02-09T04:25:52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UTCHAPORN NOPPAKUA" userId="S::thanutchaporn.n@axonstech.com::6d5c1c32-1d36-4eea-b0da-7176121abde8" providerId="AD" clId="Web-{326B1CC6-A5E9-09E6-574F-20D23B3F98C8}"/>
    <pc:docChg chg="modSld">
      <pc:chgData name="THANUTCHAPORN NOPPAKUA" userId="S::thanutchaporn.n@axonstech.com::6d5c1c32-1d36-4eea-b0da-7176121abde8" providerId="AD" clId="Web-{326B1CC6-A5E9-09E6-574F-20D23B3F98C8}" dt="2026-02-09T04:25:52.988" v="1" actId="1076"/>
      <pc:docMkLst>
        <pc:docMk/>
      </pc:docMkLst>
      <pc:sldChg chg="modSp">
        <pc:chgData name="THANUTCHAPORN NOPPAKUA" userId="S::thanutchaporn.n@axonstech.com::6d5c1c32-1d36-4eea-b0da-7176121abde8" providerId="AD" clId="Web-{326B1CC6-A5E9-09E6-574F-20D23B3F98C8}" dt="2026-02-09T04:25:52.988" v="1" actId="1076"/>
        <pc:sldMkLst>
          <pc:docMk/>
          <pc:sldMk cId="429460403" sldId="258"/>
        </pc:sldMkLst>
        <pc:spChg chg="mod">
          <ac:chgData name="THANUTCHAPORN NOPPAKUA" userId="S::thanutchaporn.n@axonstech.com::6d5c1c32-1d36-4eea-b0da-7176121abde8" providerId="AD" clId="Web-{326B1CC6-A5E9-09E6-574F-20D23B3F98C8}" dt="2026-02-09T04:25:52.988" v="1" actId="1076"/>
          <ac:spMkLst>
            <pc:docMk/>
            <pc:sldMk cId="429460403" sldId="258"/>
            <ac:spMk id="5" creationId="{18A34272-791F-1104-6583-5F60B1933856}"/>
          </ac:spMkLst>
        </pc:spChg>
        <pc:picChg chg="mod">
          <ac:chgData name="THANUTCHAPORN NOPPAKUA" userId="S::thanutchaporn.n@axonstech.com::6d5c1c32-1d36-4eea-b0da-7176121abde8" providerId="AD" clId="Web-{326B1CC6-A5E9-09E6-574F-20D23B3F98C8}" dt="2026-02-09T04:25:49.847" v="0" actId="1076"/>
          <ac:picMkLst>
            <pc:docMk/>
            <pc:sldMk cId="429460403" sldId="258"/>
            <ac:picMk id="7" creationId="{B09D3F12-E48B-BD69-C841-9DA2393B4E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4BCF-DD59-9315-9286-83A5925B7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F0E44-F43E-BFF4-2CC9-613CCD41C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05D-550B-9B85-C445-6F198877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39F23-8D85-851A-1927-D4D1EE30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C5BC9-3CD9-7C2D-2F24-E9C6ED84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792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8217F-A477-67AD-838F-757B0D14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F748-3448-8107-9212-5CF7E8B85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789D-A421-4B28-4AE0-2EDC2B29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30B8-C31A-24D4-E553-AAAF35DA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A3CFF-BA56-AC9A-A76B-0EE83652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676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3764-EF7A-BE26-75CC-A3693EEB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B8EB1-375F-E29B-18F3-AF9CEC37A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F38A2-1F2C-316B-FEA3-E0C2C5FE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96C84-2270-DA22-0E92-727880BE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6378-B889-6EE4-6172-695C9965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15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DBA17-0FC6-93F8-DB62-7B232E63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878E-CE32-FFDE-6EA3-AAF769DD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F0EF3-CB1D-0EBD-B8A3-DF911D8AF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A22B3-CA0B-E4F7-F070-86D326AF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CBB76-5A46-2F74-7E4C-38009BF4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009B0-465D-6E22-6F4D-A7ABB323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3226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F160-394D-6C26-4463-99794AF1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D9390-4099-C57F-6992-4EEE567F6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B284D-432B-2CC2-5AC8-9829B0635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407E8-6D4D-6B1E-39D8-098EAA762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B1517-4121-346F-1742-C4033C2CD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DF183-29A9-10D1-3366-8D293130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9118C-FD6C-4566-E6E8-9591EB78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C0E39-D225-E193-BB26-5FDC166E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949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3B27-DE5E-D723-CF9A-66B01492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0396A-7D14-83BE-6BBB-B06AD856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18D85-F731-3979-AA83-C0EF748C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8D5F1-F1B9-54A5-9B95-6543C87D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6930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0E03B-7573-7A75-E11F-844D47A7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800BD-EAD7-690B-69F2-6AB29B14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15BEE-EFED-7D54-F27C-B7D769DC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2589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8D1-24F2-1278-7FEA-00013FAD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A1391-7933-C609-A6C3-34C83BB3A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F8CAC-D781-01DA-8507-CF0E07653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581DD-C2D5-A5D7-3360-4C8AC52C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B10CB-A2F6-CB24-2A7B-CC3DE5FFA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7FCE2-BDA8-1312-9621-B262D839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4564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55CE-816F-1372-6701-436E0DE5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3B4DCB-23CA-B1B3-60CF-580F10268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9F05C-FF3B-2580-75F9-B1388A06C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FC2BA-97EC-6724-A621-AE1B379D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04151-E4DE-C6D6-E544-07569D06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8AEB4-1959-D5FB-FCE8-F5298F1B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53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0184-D9F6-F38C-028B-D6D885EE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96D58-294B-A889-7887-0EFB4C7D6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D40FC-0896-4CAC-6104-3BDE99A5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7CD4-44DE-AA47-563B-967F3165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6225E-5B21-A371-7F42-9BF07A8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460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7211C-2AE4-B293-4BCC-F22EF4AB2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97131-9F69-1D58-51A2-A5A047858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98B2B-7A94-5FC7-E8D6-44B72EDF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69EC-CD39-E813-4252-72838974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F92BE-8C23-44A0-8CAB-A657FD47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9577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0EF82-8198-78C7-E800-9F7EE4E31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28F4-8193-F96E-2827-417DD1BF8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4FC78-1043-2019-73DF-16187200C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205FB-D8FD-467A-8C64-A3F52E8D6DC6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3CF5-253E-5F64-6092-7E8680181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B21F-82EB-567B-F181-170CC8339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1345C-7757-4D3E-A151-9DFC460B52D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15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66C7-4083-686E-8D47-720892753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Quality</a:t>
            </a:r>
            <a:endParaRPr lang="th-T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8EF07-F6AC-7576-5344-EF8D5615F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41" y="1875760"/>
            <a:ext cx="9393797" cy="47711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7106B1-BD99-5C7A-29B9-DF0541D7FFD5}"/>
              </a:ext>
            </a:extLst>
          </p:cNvPr>
          <p:cNvSpPr txBox="1"/>
          <p:nvPr/>
        </p:nvSpPr>
        <p:spPr>
          <a:xfrm>
            <a:off x="6875811" y="1444670"/>
            <a:ext cx="4030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da-</a:t>
            </a:r>
            <a:r>
              <a:rPr lang="en-US" sz="1600" dirty="0" err="1">
                <a:highlight>
                  <a:srgbClr val="C0C0C0"/>
                </a:highlight>
              </a:rPr>
              <a:t>cpf</a:t>
            </a:r>
            <a:r>
              <a:rPr lang="en-US" sz="1600" dirty="0">
                <a:highlight>
                  <a:srgbClr val="C0C0C0"/>
                </a:highlight>
              </a:rPr>
              <a:t>-</a:t>
            </a:r>
            <a:r>
              <a:rPr lang="en-US" sz="1600" dirty="0" err="1">
                <a:highlight>
                  <a:srgbClr val="C0C0C0"/>
                </a:highlight>
              </a:rPr>
              <a:t>th</a:t>
            </a:r>
            <a:r>
              <a:rPr lang="en-US" sz="1600" dirty="0">
                <a:highlight>
                  <a:srgbClr val="C0C0C0"/>
                </a:highlight>
              </a:rPr>
              <a:t>-aqua-</a:t>
            </a:r>
            <a:r>
              <a:rPr lang="en-US" sz="1600" dirty="0" err="1">
                <a:highlight>
                  <a:srgbClr val="C0C0C0"/>
                </a:highlight>
              </a:rPr>
              <a:t>farm.data_quality.dq_result</a:t>
            </a:r>
            <a:endParaRPr lang="th-TH" sz="1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70576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8FAB-10F3-54D9-9B9D-8F30E442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 Data Score – Mockup </a:t>
            </a:r>
            <a:r>
              <a:rPr lang="en-US" dirty="0" err="1"/>
              <a:t>Dashbord</a:t>
            </a:r>
            <a:endParaRPr lang="th-T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34272-791F-1104-6583-5F60B1933856}"/>
              </a:ext>
            </a:extLst>
          </p:cNvPr>
          <p:cNvSpPr txBox="1"/>
          <p:nvPr/>
        </p:nvSpPr>
        <p:spPr>
          <a:xfrm>
            <a:off x="7201055" y="1370329"/>
            <a:ext cx="443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th-TH"/>
            </a:defPPr>
            <a:lvl1pPr>
              <a:defRPr sz="1600">
                <a:highlight>
                  <a:srgbClr val="C0C0C0"/>
                </a:highlight>
              </a:defRPr>
            </a:lvl1pPr>
          </a:lstStyle>
          <a:p>
            <a:r>
              <a:rPr lang="en-US" dirty="0"/>
              <a:t>https://gemini.google.com/share/e006e2dac6b9</a:t>
            </a: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D3F12-E48B-BD69-C841-9DA2393B4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98" y="1718175"/>
            <a:ext cx="8079593" cy="49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acd0d5-fb19-432b-be53-e7064cd0070b" xsi:nil="true"/>
    <lcf76f155ced4ddcb4097134ff3c332f xmlns="f00c0391-5472-481b-930d-997d4e9e271b">
      <Terms xmlns="http://schemas.microsoft.com/office/infopath/2007/PartnerControls"/>
    </lcf76f155ced4ddcb4097134ff3c332f>
    <_Flow_SignoffStatus xmlns="f00c0391-5472-481b-930d-997d4e9e271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F3EE50EF08A743882A9F68AB9368B2" ma:contentTypeVersion="15" ma:contentTypeDescription="Create a new document." ma:contentTypeScope="" ma:versionID="0b4b7fc83c905bdcc25ecbb64959955a">
  <xsd:schema xmlns:xsd="http://www.w3.org/2001/XMLSchema" xmlns:xs="http://www.w3.org/2001/XMLSchema" xmlns:p="http://schemas.microsoft.com/office/2006/metadata/properties" xmlns:ns2="f00c0391-5472-481b-930d-997d4e9e271b" xmlns:ns3="a8acd0d5-fb19-432b-be53-e7064cd0070b" targetNamespace="http://schemas.microsoft.com/office/2006/metadata/properties" ma:root="true" ma:fieldsID="31ffc7b272c7df305e76d99cc13c3543" ns2:_="" ns3:_="">
    <xsd:import namespace="f00c0391-5472-481b-930d-997d4e9e271b"/>
    <xsd:import namespace="a8acd0d5-fb19-432b-be53-e7064cd007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c0391-5472-481b-930d-997d4e9e2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14" nillable="true" ma:displayName="Sign-off status" ma:internalName="Sign_x002d_off_x0020_status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e5beb99-2671-48bf-ae31-f403b0318c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cd0d5-fb19-432b-be53-e7064cd0070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85de8df-e31b-4e1f-a996-17e85bdb3ede}" ma:internalName="TaxCatchAll" ma:showField="CatchAllData" ma:web="a8acd0d5-fb19-432b-be53-e7064cd007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F8517-D11F-438F-BAE3-DEEAD6A55958}">
  <ds:schemaRefs>
    <ds:schemaRef ds:uri="http://schemas.microsoft.com/office/2006/metadata/properties"/>
    <ds:schemaRef ds:uri="http://schemas.microsoft.com/office/infopath/2007/PartnerControls"/>
    <ds:schemaRef ds:uri="a8acd0d5-fb19-432b-be53-e7064cd0070b"/>
    <ds:schemaRef ds:uri="f00c0391-5472-481b-930d-997d4e9e271b"/>
  </ds:schemaRefs>
</ds:datastoreItem>
</file>

<file path=customXml/itemProps2.xml><?xml version="1.0" encoding="utf-8"?>
<ds:datastoreItem xmlns:ds="http://schemas.openxmlformats.org/officeDocument/2006/customXml" ds:itemID="{EBE50157-F33E-496F-A8A0-508C4D3014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BBD76F-4184-41B5-B4C4-E632E2DB57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0c0391-5472-481b-930d-997d4e9e271b"/>
    <ds:schemaRef ds:uri="a8acd0d5-fb19-432b-be53-e7064cd007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Project Data Quality</vt:lpstr>
      <vt:lpstr>BU Data Score – Mockup Dashbord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THANUTCHAPORN NOPPAKUA</dc:creator>
  <cp:lastModifiedBy>THANUTCHAPORN NOPPAKUA</cp:lastModifiedBy>
  <cp:revision>3</cp:revision>
  <dcterms:created xsi:type="dcterms:W3CDTF">2026-02-09T04:02:43Z</dcterms:created>
  <dcterms:modified xsi:type="dcterms:W3CDTF">2026-02-09T04:26:00Z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0x010100E2F3EE50EF08A743882A9F68AB9368B2</vt:lpwstr>
  </property>
  <property fmtid="{D5CDD505-2E9C-101B-9397-08002B2CF9AE}" pid="3" name="MediaServiceImageTags">
    <vt:lpwstr/>
  </property>
</Properties>
</file>